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B580-66BA-15F7-CD0E-A98C2B994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1BAFC-6323-CED2-BBC5-665865393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E04E4-C170-E318-D569-5DE74263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35C06-E7FA-F21C-37E3-9FA5044B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39AE6-504B-5C68-FD80-A17C1228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78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21E2-D22B-FB6B-A693-2B113C1E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1AFFC-0083-8C47-3BFA-F461A994A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7E6E0-8580-D9B0-71DB-42D013B5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8BA8B-6B43-53C6-5382-29810E764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946FD-73AE-2187-33AC-14E24701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1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2A70-2D98-A727-261D-7816D0D1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CCAB-6082-03B8-E31E-6DBEDB2FB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C60CE-5DBA-5604-23ED-17A54589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5B07D-1A28-7FFF-70F7-6392EAED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C8BE-274B-9F5D-F98D-75C31853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47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5089-8C92-42DA-80E0-601BCF05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D54E-0619-4725-48A1-B44467731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315E7-18CF-C3EB-5FFF-E23D7EF63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CD932-F7CE-913C-B2DD-8B7605E5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12CF8-4E21-410F-C866-880CEFA6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D2E66-11ED-29EA-891D-858D6F45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BA19-C3E5-BEC7-DC93-CF94EDAA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77CEC-8DC3-BFE2-C355-4BE6B0455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17FAA-36E4-964B-534D-09366DA8E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9635E-E507-4819-C3A9-341744858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D7A5F-F3E2-5AD8-56AE-9FE0C3B26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85941-559C-DA4E-1049-F203321E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909D2-04E3-C206-0010-91599188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40E07-4E4A-C3BF-D3A7-D7FE0104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1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4A6B2-ABE5-4480-C40E-0C224F4C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0E171-E787-CC15-31AA-555BFCD7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2DAB4-999A-6D57-E748-3F6CE707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9F84D-CB9A-2424-96EB-814BD715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0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EDF30-7D08-6100-3570-D1BB91B3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F7CF8-0FA7-8562-3B4A-836AC72B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CFF86-1143-027A-925C-509F9D0B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0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0D99-496D-CEB5-AEAE-72C33B93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A3A7-4C35-1436-E556-CB4D9A58C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6E562-64D0-22B4-6C5A-38A4D3C72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F19D6-96D2-9EA9-8F47-C286CB92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F5768-E38D-3159-982E-824DAE02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00FF0-DBD2-3D46-A2B2-E428D328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3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CD15-CC2F-4776-17A5-4DE533A2C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28E16-1F78-59A3-75AB-5F3E10913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7CD5E-C5C8-C3F3-B8F5-072B7B4A4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D5083-E6C4-ACEE-BD59-2D673B61F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6F004-37DB-9825-D166-4042B263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82B1A-5F0E-0D3E-AA95-85AE2919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4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0FE1-9FE7-0D2F-43C0-3A62DFC6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AB03A-3005-3E9A-FFB1-C1E824EFC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BB479-A4F3-F5CD-ECB1-04B89231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E51BC-5FC4-123C-1E8C-A0BEAA6F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72B27-B2B9-8EC6-3B83-82043326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13513-012A-C796-68EF-46B2C39BE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A9E9D-E719-76A7-1200-0BBAE45E1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B3B96-B169-9D26-81A8-BE53F5A3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9444-F0C1-C7AA-AD3C-EAF77998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3BFD7-1D14-0405-123D-7240B989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5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9C00F-268B-D0C0-46E8-381F873B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425EB-7526-5F1B-6F11-CC28F73B6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E45C6-5064-DC78-A01A-D8B6F1296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A3E88-5178-4D29-A6E3-B05C1340EF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BF205-4F2F-972F-ED94-EB90CE008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F79AF-55D6-F12D-DAC7-18D54B6DC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91E16-B00E-4927-AE68-EE25F3EDD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0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EB5871-E8D5-ACD1-DB19-523BD8F5C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-36103"/>
            <a:ext cx="12239413" cy="690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34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2D8AA-058A-2041-D83B-2B425CF86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63"/>
            <a:ext cx="12161463" cy="687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21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C7ABE0-6AC5-6BAF-AEFE-0B415DFF7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8"/>
            <a:ext cx="12159748" cy="687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6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AFEFB1-D315-8ABD-895C-796D115AB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899"/>
            <a:ext cx="12144552" cy="688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22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06262-8480-5DCB-F3E0-61EEF881D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449"/>
            <a:ext cx="12177017" cy="686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07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FB2E5-22BC-01A7-C4C2-5F1322166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687"/>
            <a:ext cx="12150178" cy="688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04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62356D-2061-CCF2-9A67-18165BE5E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40"/>
            <a:ext cx="12172789" cy="68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05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CC418D-8137-CB4E-D35C-1B1FB304E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630"/>
            <a:ext cx="12157299" cy="687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15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74CA6D-2714-16F8-1AA9-F569BA0ED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361"/>
            <a:ext cx="12124557" cy="689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85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AB2EF8-3370-9BB4-CD4B-CF238C370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22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Hasnain kabir</dc:creator>
  <cp:lastModifiedBy>Hasnain kabir</cp:lastModifiedBy>
  <cp:revision>2</cp:revision>
  <dcterms:created xsi:type="dcterms:W3CDTF">2026-01-28T20:15:09Z</dcterms:created>
  <dcterms:modified xsi:type="dcterms:W3CDTF">2026-01-28T20:24:52Z</dcterms:modified>
</cp:coreProperties>
</file>